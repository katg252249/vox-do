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Abstraction and its Relation to Other OOP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VoxDo Executive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Abstraction in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Introduction to Abstraction in OOP.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Overview of the Four Main OOP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Overview of the Four Main OOP Pillars.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Abstraction vs. Encapsulation: Hiding Implementation vs.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Abstraction vs. Encapsulation: Hiding Implementation vs. Data.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Abstraction &amp; Inheritance: Interfaces and 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Abstraction &amp; Inheritance: Interfaces and Abstract Classes.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Abstraction &amp; Polymorphism: Flexibility in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Abstraction &amp; Polymorphism: Flexibility in Design.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Real-World Software Architecture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Real-World Software Architecture Examples.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Key Takeaways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Key Takeaways and Q&amp;A.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