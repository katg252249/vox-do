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Abstraction in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VoxDo Executive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to Abstraction in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Introduction to Abstraction in OOP.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Key Concepts: Abstract Classes &amp;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Key Concepts: Abstract Classes &amp; Interfaces.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Real-World Examples of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Real-World Examples of Abstraction.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Benefits of Using Abstraction in 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Benefits of Using Abstraction in Software Design.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Key principles and overview of Summary &amp; Conclusion.</a:t>
            </a:r>
          </a:p>
          <a:p>
            <a:r>
              <a:t>Detailed notes, implementations, and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