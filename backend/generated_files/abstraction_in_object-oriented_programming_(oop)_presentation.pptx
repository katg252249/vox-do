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Abstraction in Object-Oriented Programming (OOP)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VoxDo Executive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to Abstraction in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Key concepts and overview for Introduction to Abstraction in OOP.</a:t>
            </a:r>
          </a:p>
          <a:p>
            <a:pPr lvl="1"/>
            <a:r>
              <a:t>Detailed notes and analysis to be finalized.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What is Abstraction?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Key concepts and overview for What is Abstraction?.</a:t>
            </a:r>
          </a:p>
          <a:p>
            <a:pPr lvl="1"/>
            <a:r>
              <a:t>Detailed notes and analysis to be finalized.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Purpose and Function: What Does Abstraction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Key concepts and overview for Purpose and Function: What Does Abstraction Do?.</a:t>
            </a:r>
          </a:p>
          <a:p>
            <a:pPr lvl="1"/>
            <a:r>
              <a:t>Detailed notes and analysis to be finalized.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Abstraction vs. Encapsulation, Inheritance, and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Key concepts and overview for Abstraction vs. Encapsulation, Inheritance, and Polymorphism.</a:t>
            </a:r>
          </a:p>
          <a:p>
            <a:pPr lvl="1"/>
            <a:r>
              <a:t>Detailed notes and analysis to be finalized.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Key concepts and overview for Summary &amp; Key Takeaways.</a:t>
            </a:r>
          </a:p>
          <a:p>
            <a:pPr lvl="1"/>
            <a:r>
              <a:t>Detailed notes and analysis to be finalized.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